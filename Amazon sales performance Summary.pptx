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9D29-AF9F-68BC-92AA-153E4B3A8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198" y="1384224"/>
            <a:ext cx="10993549" cy="1475013"/>
          </a:xfrm>
        </p:spPr>
        <p:txBody>
          <a:bodyPr>
            <a:normAutofit/>
          </a:bodyPr>
          <a:lstStyle/>
          <a:p>
            <a:r>
              <a:rPr lang="en-US" sz="4000" b="1" dirty="0"/>
              <a:t>Amazon sales performance dashboard 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405F2-E8BC-7D23-8998-53FDB6714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3232864"/>
            <a:ext cx="10993546" cy="867188"/>
          </a:xfrm>
        </p:spPr>
        <p:txBody>
          <a:bodyPr>
            <a:normAutofit fontScale="55000" lnSpcReduction="20000"/>
          </a:bodyPr>
          <a:lstStyle/>
          <a:p>
            <a:r>
              <a:rPr lang="en-US" sz="2600" dirty="0">
                <a:solidFill>
                  <a:srgbClr val="D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Dashboard Design  ·  amazon Sales Dataset  ·  Power B</a:t>
            </a:r>
            <a:r>
              <a:rPr lang="en-US" sz="1900" dirty="0">
                <a:solidFill>
                  <a:srgbClr val="D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  <a:p>
            <a:r>
              <a:rPr lang="en-US" sz="1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LABS  ·  DATA ANALYTICS INTERNSHIP</a:t>
            </a:r>
          </a:p>
          <a:p>
            <a:r>
              <a:rPr lang="en-US" sz="1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BY- PRANALI RANJANE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19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6773-673B-2473-F206-7330C812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57083"/>
            <a:ext cx="11029616" cy="1314911"/>
          </a:xfrm>
        </p:spPr>
        <p:txBody>
          <a:bodyPr>
            <a:normAutofit/>
          </a:bodyPr>
          <a:lstStyle/>
          <a:p>
            <a:r>
              <a:rPr lang="en-US" dirty="0"/>
              <a:t>Project overview</a:t>
            </a:r>
            <a:br>
              <a:rPr lang="en-US" dirty="0"/>
            </a:br>
            <a:r>
              <a:rPr lang="en-US" sz="2000" dirty="0">
                <a:solidFill>
                  <a:srgbClr val="D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Dashboard Design for Business Stakeholders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2F4B-8BD7-A166-AE09-C4D174191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53817"/>
            <a:ext cx="11029615" cy="3678303"/>
          </a:xfrm>
        </p:spPr>
        <p:txBody>
          <a:bodyPr/>
          <a:lstStyle/>
          <a:p>
            <a:r>
              <a:rPr lang="en-US" dirty="0"/>
              <a:t>OBJECTIVE</a:t>
            </a:r>
          </a:p>
          <a:p>
            <a:pPr marL="0" indent="0">
              <a:buNone/>
            </a:pPr>
            <a:r>
              <a:rPr lang="en-US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BI dashboard for business stakeholders to monitor Sales, Profit, and Growth KPIs — enabling data-driven decisions through dynamic slicers, time-series analysis, and summary cards.</a:t>
            </a:r>
          </a:p>
          <a:p>
            <a:pPr marL="0" indent="0">
              <a:buNone/>
            </a:pPr>
            <a:endParaRPr lang="en-US" dirty="0">
              <a:solidFill>
                <a:srgbClr val="1A2A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>
              <a:solidFill>
                <a:srgbClr val="1A2A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>
              <a:solidFill>
                <a:srgbClr val="1A2A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>
              <a:solidFill>
                <a:srgbClr val="1A2A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11F03BD6-E5BB-1B92-06E0-679EABF8C44E}"/>
              </a:ext>
            </a:extLst>
          </p:cNvPr>
          <p:cNvSpPr/>
          <p:nvPr/>
        </p:nvSpPr>
        <p:spPr>
          <a:xfrm>
            <a:off x="2398673" y="3449157"/>
            <a:ext cx="265176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0160">
            <a:solidFill>
              <a:srgbClr val="D9EBF5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55D3C577-4EE0-8EED-7D6F-02F72DB04B02}"/>
              </a:ext>
            </a:extLst>
          </p:cNvPr>
          <p:cNvSpPr/>
          <p:nvPr/>
        </p:nvSpPr>
        <p:spPr>
          <a:xfrm>
            <a:off x="2398673" y="3464368"/>
            <a:ext cx="265176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DATASET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ABDC825-51E2-E636-F165-C2B4895CEA1F}"/>
              </a:ext>
            </a:extLst>
          </p:cNvPr>
          <p:cNvSpPr/>
          <p:nvPr/>
        </p:nvSpPr>
        <p:spPr>
          <a:xfrm>
            <a:off x="2448129" y="4069388"/>
            <a:ext cx="2651759" cy="131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(Kaggle)</a:t>
            </a:r>
          </a:p>
          <a:p>
            <a:endParaRPr lang="en-US" dirty="0">
              <a:solidFill>
                <a:srgbClr val="1A2A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– 2020-2024</a:t>
            </a:r>
            <a:endParaRPr lang="en-US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12DAD71A-3BDF-F07E-E717-BDCEBA5D77E6}"/>
              </a:ext>
            </a:extLst>
          </p:cNvPr>
          <p:cNvSpPr/>
          <p:nvPr/>
        </p:nvSpPr>
        <p:spPr>
          <a:xfrm>
            <a:off x="7337911" y="3449157"/>
            <a:ext cx="2651760" cy="2651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0160">
            <a:solidFill>
              <a:srgbClr val="D9EBF5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B844F60-819D-D632-3838-CF2C68D34663}"/>
              </a:ext>
            </a:extLst>
          </p:cNvPr>
          <p:cNvSpPr/>
          <p:nvPr/>
        </p:nvSpPr>
        <p:spPr>
          <a:xfrm>
            <a:off x="7337909" y="3464368"/>
            <a:ext cx="265176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144A6-1B12-65BA-E608-A615611344B4}"/>
              </a:ext>
            </a:extLst>
          </p:cNvPr>
          <p:cNvSpPr txBox="1"/>
          <p:nvPr/>
        </p:nvSpPr>
        <p:spPr>
          <a:xfrm>
            <a:off x="7387366" y="4234554"/>
            <a:ext cx="2651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 measures 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61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206A-3567-C20E-AFD3-5BD89FC1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 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641E9B-11AB-AEA5-0982-8F1F38A8E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535" y="2048300"/>
            <a:ext cx="11316929" cy="1013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BB42B7-3BE0-49D1-2570-F48D9F1CD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93" y="3429000"/>
            <a:ext cx="3076989" cy="2859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466CE5-ADC3-D5CF-C074-8579C37382F4}"/>
              </a:ext>
            </a:extLst>
          </p:cNvPr>
          <p:cNvSpPr txBox="1"/>
          <p:nvPr/>
        </p:nvSpPr>
        <p:spPr>
          <a:xfrm>
            <a:off x="1229034" y="3522263"/>
            <a:ext cx="5899354" cy="2346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Business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Total Revenue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Total Orders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Net profit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Profit Margin%</a:t>
            </a:r>
          </a:p>
        </p:txBody>
      </p:sp>
    </p:spTree>
    <p:extLst>
      <p:ext uri="{BB962C8B-B14F-4D97-AF65-F5344CB8AC3E}">
        <p14:creationId xmlns:p14="http://schemas.microsoft.com/office/powerpoint/2010/main" val="73035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CD59C-9A8F-A922-E8AA-0327ACBF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Development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CAE32-93C1-3CC0-4AC3-A385471DC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9728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200" b="1" dirty="0"/>
              <a:t>Data Preparation</a:t>
            </a:r>
          </a:p>
          <a:p>
            <a:r>
              <a:rPr lang="en-IN" sz="3200" dirty="0"/>
              <a:t>Imported Excel dataset </a:t>
            </a:r>
          </a:p>
          <a:p>
            <a:r>
              <a:rPr lang="en-IN" sz="3200" dirty="0"/>
              <a:t>Checked missing values </a:t>
            </a:r>
          </a:p>
          <a:p>
            <a:r>
              <a:rPr lang="en-IN" sz="3200" dirty="0"/>
              <a:t>Removed inconsistencies </a:t>
            </a:r>
          </a:p>
          <a:p>
            <a:r>
              <a:rPr lang="en-IN" sz="3200" dirty="0"/>
              <a:t>Validated data types </a:t>
            </a:r>
          </a:p>
          <a:p>
            <a:pPr marL="0" indent="0">
              <a:buNone/>
            </a:pPr>
            <a:r>
              <a:rPr lang="en-IN" sz="3200" b="1" dirty="0"/>
              <a:t>  Power BI Development</a:t>
            </a:r>
          </a:p>
          <a:p>
            <a:r>
              <a:rPr lang="en-IN" sz="3200" dirty="0"/>
              <a:t> Created relationships </a:t>
            </a:r>
          </a:p>
          <a:p>
            <a:r>
              <a:rPr lang="en-IN" sz="3200" dirty="0"/>
              <a:t> Generated KPIs </a:t>
            </a:r>
          </a:p>
          <a:p>
            <a:r>
              <a:rPr lang="en-IN" sz="3200" dirty="0"/>
              <a:t> Built visual reports </a:t>
            </a:r>
          </a:p>
          <a:p>
            <a:r>
              <a:rPr lang="en-IN" sz="3200" dirty="0"/>
              <a:t> Added filters and slicers </a:t>
            </a:r>
          </a:p>
          <a:p>
            <a:r>
              <a:rPr lang="en-IN" sz="3200" dirty="0"/>
              <a:t>Designed interactive dashboard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7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4757-2BF0-EE25-27EB-872445990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Story &amp; Key Business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449E-EBEB-8C0F-65D8-199525421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This dashboard tells the story of </a:t>
            </a:r>
            <a:r>
              <a:rPr lang="en-IN" b="1" dirty="0"/>
              <a:t>Amazon's sales performance over 5 years</a:t>
            </a:r>
            <a:r>
              <a:rPr lang="en-IN" dirty="0"/>
              <a:t>, helping business stakeholders quickly identify:</a:t>
            </a:r>
          </a:p>
          <a:p>
            <a:r>
              <a:rPr lang="en-IN" b="1" dirty="0"/>
              <a:t>Revenue &amp; Profitability Trends</a:t>
            </a:r>
            <a:r>
              <a:rPr lang="en-IN" dirty="0"/>
              <a:t> — How sales and margins evolved year over year</a:t>
            </a:r>
          </a:p>
          <a:p>
            <a:r>
              <a:rPr lang="en-IN" b="1" dirty="0"/>
              <a:t>Top Performing Categories</a:t>
            </a:r>
            <a:r>
              <a:rPr lang="en-IN" dirty="0"/>
              <a:t> — Which product categories drive the most revenue</a:t>
            </a:r>
          </a:p>
          <a:p>
            <a:r>
              <a:rPr lang="en-IN" b="1" dirty="0"/>
              <a:t>Geographic Insights</a:t>
            </a:r>
            <a:r>
              <a:rPr lang="en-IN" dirty="0"/>
              <a:t> — Top states contributing to overall revenue</a:t>
            </a:r>
          </a:p>
          <a:p>
            <a:r>
              <a:rPr lang="en-IN" b="1" dirty="0"/>
              <a:t>Payment Behaviour</a:t>
            </a:r>
            <a:r>
              <a:rPr lang="en-IN" dirty="0"/>
              <a:t> — How customers prefer to pay (UPI, card, COD, etc.)</a:t>
            </a:r>
          </a:p>
          <a:p>
            <a:r>
              <a:rPr lang="en-IN" b="1" dirty="0"/>
              <a:t>Order Volume Patterns</a:t>
            </a:r>
            <a:r>
              <a:rPr lang="en-IN" dirty="0"/>
              <a:t> — Seasonal or monthly order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564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F94D-6DD5-B8B7-26F2-70BECA47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05D1-1AB2-2846-6B74-1663A9BB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KPI Cards — Total Revenue, Net Profit, Total Orders, Profit Margin (%)</a:t>
            </a:r>
          </a:p>
          <a:p>
            <a:r>
              <a:rPr lang="en-IN" dirty="0"/>
              <a:t> Line/Bar Charts — Sales trends over time</a:t>
            </a:r>
          </a:p>
          <a:p>
            <a:r>
              <a:rPr lang="en-IN" dirty="0"/>
              <a:t> Category-wise Sales Breakdown</a:t>
            </a:r>
          </a:p>
          <a:p>
            <a:r>
              <a:rPr lang="en-IN" dirty="0"/>
              <a:t> Payment Method Distribution (Pie/Donut Chart)</a:t>
            </a:r>
          </a:p>
          <a:p>
            <a:r>
              <a:rPr lang="en-IN" dirty="0"/>
              <a:t> Top States by Revenue (Bar Chart)</a:t>
            </a:r>
          </a:p>
          <a:p>
            <a:r>
              <a:rPr lang="en-IN" dirty="0"/>
              <a:t> Interactive Filters — Date, Category, Country slicers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4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A7E5-DE53-3BC3-D0CC-6D9F5DEF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/>
              <a:t>BUSINESS RECOMMENDATION</a:t>
            </a:r>
            <a:endParaRPr lang="en-IN" b="1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F7BCD-547D-AF99-564A-371566703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Based on the dashboard insights:</a:t>
            </a:r>
          </a:p>
          <a:p>
            <a:r>
              <a:rPr lang="en-IN" b="1" dirty="0"/>
              <a:t>Regional Growth Focus</a:t>
            </a:r>
          </a:p>
          <a:p>
            <a:r>
              <a:rPr lang="en-IN" b="1" dirty="0"/>
              <a:t>Category Optimization</a:t>
            </a:r>
          </a:p>
          <a:p>
            <a:r>
              <a:rPr lang="en-IN" b="1" dirty="0"/>
              <a:t>Digital Payment Adoption</a:t>
            </a:r>
          </a:p>
          <a:p>
            <a:r>
              <a:rPr lang="en-IN" b="1" dirty="0"/>
              <a:t>Profit Margin Improvement</a:t>
            </a:r>
          </a:p>
          <a:p>
            <a:r>
              <a:rPr lang="en-IN" b="1" dirty="0"/>
              <a:t>Seasonal Campaigns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81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83C3-A815-FD2E-D2E1-F4934C9E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4A5D-04B2-8E05-83B0-92434C6FC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05" y="1986117"/>
            <a:ext cx="11029615" cy="1748915"/>
          </a:xfrm>
        </p:spPr>
        <p:txBody>
          <a:bodyPr/>
          <a:lstStyle/>
          <a:p>
            <a:r>
              <a:rPr lang="en-US" dirty="0"/>
              <a:t>OUTCOME- </a:t>
            </a:r>
            <a:r>
              <a:rPr lang="en-IN" dirty="0"/>
              <a:t>The Power BI dashboard successfully transformed raw Amazon Sales data into actionable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33575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41</TotalTime>
  <Words>326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Wingdings 2</vt:lpstr>
      <vt:lpstr>Dividend</vt:lpstr>
      <vt:lpstr>Amazon sales performance dashboard </vt:lpstr>
      <vt:lpstr>Project overview Task 4 — Dashboard Design for Business Stakeholders </vt:lpstr>
      <vt:lpstr>KEY PERFORMANCE INDICATORS </vt:lpstr>
      <vt:lpstr>Dashboard Development Process</vt:lpstr>
      <vt:lpstr>Dashboard Story &amp; Key Business Insights</vt:lpstr>
      <vt:lpstr>Dashboard Features</vt:lpstr>
      <vt:lpstr>BUSINESS RECOMMENDATION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pranali ranjane</dc:creator>
  <cp:lastModifiedBy>pranali ranjane</cp:lastModifiedBy>
  <cp:revision>1</cp:revision>
  <dcterms:created xsi:type="dcterms:W3CDTF">2026-06-04T13:07:43Z</dcterms:created>
  <dcterms:modified xsi:type="dcterms:W3CDTF">2026-06-04T13:49:30Z</dcterms:modified>
</cp:coreProperties>
</file>